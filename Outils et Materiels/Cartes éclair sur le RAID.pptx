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5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8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6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5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2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4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9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1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14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74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89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72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48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2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5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80C50CD-E178-4744-9B35-B2F624D6C5E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41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7CF4-13F3-EAB7-3F5F-7CBAD6DDE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4363271"/>
            <a:ext cx="8676222" cy="1066801"/>
          </a:xfrm>
        </p:spPr>
        <p:txBody>
          <a:bodyPr>
            <a:normAutofit/>
          </a:bodyPr>
          <a:lstStyle/>
          <a:p>
            <a:r>
              <a:rPr lang="fr-FR" noProof="0" dirty="0"/>
              <a:t>Cartes éclair sur le RAID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9313C-E53F-EB47-3572-2CEF6C67E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16211"/>
            <a:ext cx="8676222" cy="7222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800" noProof="0" dirty="0"/>
              <a:t>Louis Gauvreau</a:t>
            </a:r>
          </a:p>
          <a:p>
            <a:pPr>
              <a:lnSpc>
                <a:spcPct val="90000"/>
              </a:lnSpc>
            </a:pPr>
            <a:r>
              <a:rPr lang="fr-FR" sz="1800" noProof="0" dirty="0"/>
              <a:t>1957480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EFA1F-0493-4276-1F9F-C9A4EA4B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191" b="19270"/>
          <a:stretch>
            <a:fillRect/>
          </a:stretch>
        </p:blipFill>
        <p:spPr>
          <a:xfrm>
            <a:off x="20" y="10"/>
            <a:ext cx="12191980" cy="4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0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631D3-E6BF-D24E-EF0D-A9F314B2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29C026-17B4-C248-6FBC-5039956035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7098" b="2176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D86CB5-EE95-389B-6330-A96F186C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114305"/>
            <a:ext cx="3549121" cy="1371600"/>
          </a:xfrm>
        </p:spPr>
        <p:txBody>
          <a:bodyPr>
            <a:normAutofit/>
          </a:bodyPr>
          <a:lstStyle/>
          <a:p>
            <a:pPr algn="ctr"/>
            <a:r>
              <a:rPr lang="fr-FR" sz="5400" b="1" noProof="0" dirty="0"/>
              <a:t>Raid 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8DEE5E-8CCA-0B10-2B6E-71EFD7AFB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- Aucunes </a:t>
            </a:r>
            <a:r>
              <a:rPr lang="fr-FR" noProof="0" dirty="0" err="1"/>
              <a:t>tolerances</a:t>
            </a:r>
            <a:endParaRPr lang="fr-FR" noProof="0" dirty="0"/>
          </a:p>
          <a:p>
            <a:r>
              <a:rPr lang="fr-FR" noProof="0" dirty="0"/>
              <a:t>- capacité = n x D</a:t>
            </a:r>
          </a:p>
          <a:p>
            <a:endParaRPr lang="fr-FR" noProof="0" dirty="0"/>
          </a:p>
          <a:p>
            <a:r>
              <a:rPr lang="fr-FR" noProof="0" dirty="0"/>
              <a:t>Divises les fichiers en 2 disques pour augmenter le nombre de mémoire donnée au processeur en même temps. Si 1 crash, ce n’est pas </a:t>
            </a:r>
            <a:r>
              <a:rPr lang="fr-FR" noProof="0" dirty="0" err="1"/>
              <a:t>recuperable</a:t>
            </a:r>
            <a:endParaRPr lang="fr-FR" noProof="0" dirty="0"/>
          </a:p>
          <a:p>
            <a:endParaRPr lang="fr-FR" noProof="0" dirty="0"/>
          </a:p>
          <a:p>
            <a:r>
              <a:rPr lang="fr-FR" noProof="0" dirty="0"/>
              <a:t> </a:t>
            </a:r>
            <a:r>
              <a:rPr lang="fr-FR" u="sng" noProof="0" dirty="0"/>
              <a:t>disque A   disque B</a:t>
            </a:r>
          </a:p>
          <a:p>
            <a:r>
              <a:rPr lang="fr-FR" u="sng" noProof="0" dirty="0"/>
              <a:t>bloc 1       A1         A2</a:t>
            </a:r>
          </a:p>
          <a:p>
            <a:r>
              <a:rPr lang="fr-FR" u="sng" noProof="0" dirty="0"/>
              <a:t>bloc 2       A3         A4</a:t>
            </a:r>
          </a:p>
          <a:p>
            <a:r>
              <a:rPr lang="fr-FR" u="sng" noProof="0" dirty="0"/>
              <a:t>bloc 3       A5         A6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67BE75-AAAC-3D63-2644-77230A01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noProof="0" dirty="0"/>
              <a:t>Minimum : 2 disques</a:t>
            </a:r>
          </a:p>
        </p:txBody>
      </p:sp>
    </p:spTree>
    <p:extLst>
      <p:ext uri="{BB962C8B-B14F-4D97-AF65-F5344CB8AC3E}">
        <p14:creationId xmlns:p14="http://schemas.microsoft.com/office/powerpoint/2010/main" val="148752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F1514-AD0E-CB67-D2CC-2E54F92C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EF4193-8114-59E7-9550-50DD9E53D1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7098" b="2176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5598BA-C387-0B5C-551B-10225600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114305"/>
            <a:ext cx="3549121" cy="1371600"/>
          </a:xfrm>
        </p:spPr>
        <p:txBody>
          <a:bodyPr>
            <a:normAutofit/>
          </a:bodyPr>
          <a:lstStyle/>
          <a:p>
            <a:pPr algn="ctr"/>
            <a:r>
              <a:rPr lang="fr-FR" sz="5400" b="1" noProof="0" dirty="0"/>
              <a:t>Raid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66C8D4-7A48-1AB7-5A42-D652F02DF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- Tolérance : tant qu’une copie demeure. (mirroring)</a:t>
            </a:r>
          </a:p>
          <a:p>
            <a:r>
              <a:rPr lang="fr-FR" noProof="0" dirty="0"/>
              <a:t>- capacité = D</a:t>
            </a:r>
          </a:p>
          <a:p>
            <a:endParaRPr lang="fr-FR" noProof="0" dirty="0"/>
          </a:p>
          <a:p>
            <a:r>
              <a:rPr lang="fr-FR" noProof="0" dirty="0"/>
              <a:t>- Prend plus d’espace mais crée une copie sur l’autre disque</a:t>
            </a:r>
          </a:p>
          <a:p>
            <a:endParaRPr lang="fr-FR" noProof="0" dirty="0"/>
          </a:p>
          <a:p>
            <a:pPr marL="0" indent="0">
              <a:buNone/>
            </a:pPr>
            <a:r>
              <a:rPr lang="fr-FR" noProof="0" dirty="0"/>
              <a:t>	</a:t>
            </a:r>
            <a:r>
              <a:rPr lang="fr-FR" u="sng" noProof="0" dirty="0"/>
              <a:t>	disque A   disque B</a:t>
            </a:r>
          </a:p>
          <a:p>
            <a:r>
              <a:rPr lang="fr-FR" u="sng" noProof="0" dirty="0"/>
              <a:t>bloc 1       A1         </a:t>
            </a:r>
            <a:r>
              <a:rPr lang="fr-FR" u="sng" noProof="0" dirty="0" err="1"/>
              <a:t>A1</a:t>
            </a:r>
            <a:endParaRPr lang="fr-FR" u="sng" noProof="0" dirty="0"/>
          </a:p>
          <a:p>
            <a:r>
              <a:rPr lang="fr-FR" u="sng" noProof="0" dirty="0"/>
              <a:t>bloc 2       A2         </a:t>
            </a:r>
            <a:r>
              <a:rPr lang="fr-FR" u="sng" noProof="0" dirty="0" err="1"/>
              <a:t>A2</a:t>
            </a:r>
            <a:endParaRPr lang="fr-FR" u="sng" noProof="0" dirty="0"/>
          </a:p>
          <a:p>
            <a:r>
              <a:rPr lang="fr-FR" u="sng" noProof="0" dirty="0"/>
              <a:t>bloc 3       A3         </a:t>
            </a:r>
            <a:r>
              <a:rPr lang="fr-FR" u="sng" noProof="0" dirty="0" err="1"/>
              <a:t>A3</a:t>
            </a:r>
            <a:endParaRPr lang="fr-FR" u="sng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2B9280-2691-1202-86B1-929AEF545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noProof="0" dirty="0"/>
              <a:t>Minimum : 2 disques</a:t>
            </a:r>
          </a:p>
        </p:txBody>
      </p:sp>
    </p:spTree>
    <p:extLst>
      <p:ext uri="{BB962C8B-B14F-4D97-AF65-F5344CB8AC3E}">
        <p14:creationId xmlns:p14="http://schemas.microsoft.com/office/powerpoint/2010/main" val="360734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67058-9575-B854-786F-3262E6C8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8E68BC-52D5-4AC9-4D8A-9514D5561C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7098" b="2176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707F94-050E-EAB5-C84F-9E206758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114305"/>
            <a:ext cx="3549121" cy="1371600"/>
          </a:xfrm>
        </p:spPr>
        <p:txBody>
          <a:bodyPr>
            <a:normAutofit/>
          </a:bodyPr>
          <a:lstStyle/>
          <a:p>
            <a:pPr algn="ctr"/>
            <a:r>
              <a:rPr lang="fr-FR" sz="5400" b="1" noProof="0" dirty="0"/>
              <a:t>Raid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28CE09-D8ED-23FA-438E-513CC378E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noProof="0" dirty="0"/>
              <a:t>- tolérances : 1 panne</a:t>
            </a:r>
          </a:p>
          <a:p>
            <a:r>
              <a:rPr lang="fr-FR" noProof="0" dirty="0"/>
              <a:t>- capacité = n - 1 x D</a:t>
            </a:r>
          </a:p>
          <a:p>
            <a:endParaRPr lang="fr-FR" noProof="0" dirty="0"/>
          </a:p>
          <a:p>
            <a:r>
              <a:rPr lang="fr-FR" noProof="0" dirty="0"/>
              <a:t>Répartition + une parité distribuée</a:t>
            </a:r>
          </a:p>
          <a:p>
            <a:endParaRPr lang="fr-FR" noProof="0" dirty="0"/>
          </a:p>
          <a:p>
            <a:r>
              <a:rPr lang="fr-FR" u="sng" noProof="0" dirty="0"/>
              <a:t> </a:t>
            </a:r>
            <a:r>
              <a:rPr lang="fr-FR" sz="1400" u="sng" noProof="0" dirty="0"/>
              <a:t>disque A   disque B   disque C</a:t>
            </a:r>
          </a:p>
          <a:p>
            <a:r>
              <a:rPr lang="fr-FR" sz="1400" u="sng" noProof="0" dirty="0"/>
              <a:t>rangée 1     D1         D2         P1</a:t>
            </a:r>
          </a:p>
          <a:p>
            <a:r>
              <a:rPr lang="fr-FR" sz="1400" u="sng" noProof="0" dirty="0"/>
              <a:t>rangée 2     D3         P2         D4</a:t>
            </a:r>
          </a:p>
          <a:p>
            <a:r>
              <a:rPr lang="fr-FR" sz="1400" u="sng" noProof="0" dirty="0"/>
              <a:t>rangée 3     P3         D5         D6</a:t>
            </a:r>
          </a:p>
          <a:p>
            <a:r>
              <a:rPr lang="fr-FR" sz="1400" u="sng" noProof="0" dirty="0"/>
              <a:t>+++++++</a:t>
            </a:r>
          </a:p>
          <a:p>
            <a:r>
              <a:rPr lang="fr-FR" sz="1400" u="sng" noProof="0" dirty="0"/>
              <a:t> disque A   disque B</a:t>
            </a:r>
          </a:p>
          <a:p>
            <a:r>
              <a:rPr lang="fr-FR" sz="1400" u="sng" noProof="0" dirty="0"/>
              <a:t>bloc 1       A1         A2</a:t>
            </a:r>
          </a:p>
          <a:p>
            <a:r>
              <a:rPr lang="fr-FR" sz="1400" u="sng" noProof="0" dirty="0"/>
              <a:t>bloc 2       A3         A4</a:t>
            </a:r>
          </a:p>
          <a:p>
            <a:r>
              <a:rPr lang="fr-FR" sz="1400" u="sng" noProof="0" dirty="0"/>
              <a:t>bloc 3       A5         A6</a:t>
            </a:r>
          </a:p>
          <a:p>
            <a:endParaRPr lang="fr-FR" sz="1400" noProof="0" dirty="0"/>
          </a:p>
          <a:p>
            <a:endParaRPr lang="fr-FR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FAA5C6-57FC-7ADC-5D19-D416EC9D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noProof="0" dirty="0"/>
              <a:t>Minimum : 3 disques</a:t>
            </a:r>
          </a:p>
        </p:txBody>
      </p:sp>
    </p:spTree>
    <p:extLst>
      <p:ext uri="{BB962C8B-B14F-4D97-AF65-F5344CB8AC3E}">
        <p14:creationId xmlns:p14="http://schemas.microsoft.com/office/powerpoint/2010/main" val="221160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C7AE-B2F2-4D74-1BB8-0CF16E78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46594-D565-A9D6-6E06-738016FC7D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7098" b="2176"/>
          <a:stretch>
            <a:fillRect/>
          </a:stretch>
        </p:blipFill>
        <p:spPr>
          <a:xfrm>
            <a:off x="21" y="-59431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8B5B38-AC56-77F2-8047-96F70202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114305"/>
            <a:ext cx="3549121" cy="1371600"/>
          </a:xfrm>
        </p:spPr>
        <p:txBody>
          <a:bodyPr>
            <a:normAutofit/>
          </a:bodyPr>
          <a:lstStyle/>
          <a:p>
            <a:pPr algn="ctr"/>
            <a:r>
              <a:rPr lang="fr-FR" sz="5400" b="1" noProof="0" dirty="0"/>
              <a:t>Raid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C0D097-B33E-31C7-D193-FE70777DF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- </a:t>
            </a:r>
            <a:r>
              <a:rPr lang="fr-FR" noProof="0" dirty="0" err="1"/>
              <a:t>tolerances</a:t>
            </a:r>
            <a:r>
              <a:rPr lang="fr-FR" noProof="0" dirty="0"/>
              <a:t> : 2 pannes</a:t>
            </a:r>
          </a:p>
          <a:p>
            <a:r>
              <a:rPr lang="fr-FR" noProof="0" dirty="0"/>
              <a:t>- capacité = (n – 2) x D</a:t>
            </a:r>
          </a:p>
          <a:p>
            <a:r>
              <a:rPr lang="fr-FR" noProof="0" dirty="0" err="1"/>
              <a:t>Repartion</a:t>
            </a:r>
            <a:r>
              <a:rPr lang="fr-FR" noProof="0" dirty="0"/>
              <a:t> + 2 </a:t>
            </a:r>
            <a:r>
              <a:rPr lang="fr-FR" noProof="0" dirty="0" err="1"/>
              <a:t>paritées</a:t>
            </a:r>
            <a:endParaRPr lang="fr-FR" noProof="0" dirty="0"/>
          </a:p>
          <a:p>
            <a:r>
              <a:rPr lang="fr-FR" sz="1200" u="sng" noProof="0" dirty="0"/>
              <a:t> disque A   disque B</a:t>
            </a:r>
          </a:p>
          <a:p>
            <a:r>
              <a:rPr lang="fr-FR" sz="1200" u="sng" noProof="0" dirty="0"/>
              <a:t>bloc 1       A1         A2</a:t>
            </a:r>
          </a:p>
          <a:p>
            <a:r>
              <a:rPr lang="fr-FR" sz="1200" u="sng" noProof="0" dirty="0"/>
              <a:t>bloc 2       A3         A4</a:t>
            </a:r>
          </a:p>
          <a:p>
            <a:r>
              <a:rPr lang="fr-FR" sz="1200" u="sng" noProof="0" dirty="0"/>
              <a:t>bloc 3       A5         A6</a:t>
            </a:r>
          </a:p>
          <a:p>
            <a:r>
              <a:rPr lang="fr-FR" sz="1200" u="sng" noProof="0" dirty="0"/>
              <a:t>++++++  2 fois </a:t>
            </a:r>
          </a:p>
          <a:p>
            <a:r>
              <a:rPr lang="fr-FR" sz="1200" u="sng" noProof="0" dirty="0"/>
              <a:t> disque A   disque B   disque C</a:t>
            </a:r>
          </a:p>
          <a:p>
            <a:r>
              <a:rPr lang="fr-FR" sz="1200" u="sng" noProof="0" dirty="0"/>
              <a:t>rangée 1     D1         D2         P1</a:t>
            </a:r>
          </a:p>
          <a:p>
            <a:r>
              <a:rPr lang="fr-FR" sz="1200" u="sng" noProof="0" dirty="0"/>
              <a:t>rangée 2     D3         P2         D4</a:t>
            </a:r>
          </a:p>
          <a:p>
            <a:r>
              <a:rPr lang="fr-FR" sz="1200" u="sng" noProof="0" dirty="0"/>
              <a:t>rangée 3     P3         D5         D6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85A6CB-80ED-6DB8-77DA-91A592FA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noProof="0" dirty="0"/>
              <a:t>Minimum : 4 disques</a:t>
            </a:r>
          </a:p>
        </p:txBody>
      </p:sp>
    </p:spTree>
    <p:extLst>
      <p:ext uri="{BB962C8B-B14F-4D97-AF65-F5344CB8AC3E}">
        <p14:creationId xmlns:p14="http://schemas.microsoft.com/office/powerpoint/2010/main" val="387604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0395A-6678-86BA-D1EF-D254741B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0A7B8-DB8A-D700-5D19-7DCD321601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7098" b="2176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6ECE21-E937-92F5-8FCD-C94657896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114305"/>
            <a:ext cx="3549121" cy="1371600"/>
          </a:xfrm>
        </p:spPr>
        <p:txBody>
          <a:bodyPr>
            <a:normAutofit/>
          </a:bodyPr>
          <a:lstStyle/>
          <a:p>
            <a:pPr algn="ctr"/>
            <a:r>
              <a:rPr lang="fr-FR" sz="5400" b="1" noProof="0" dirty="0"/>
              <a:t>Raid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526CF9-A8CF-CA99-8B9D-DBEB2556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- tolérances : dépends des paires miroirs touchés.</a:t>
            </a:r>
          </a:p>
          <a:p>
            <a:r>
              <a:rPr lang="fr-FR" noProof="0" dirty="0"/>
              <a:t>- capacité = (n / 2) x D</a:t>
            </a:r>
          </a:p>
          <a:p>
            <a:endParaRPr lang="fr-FR" noProof="0" dirty="0"/>
          </a:p>
          <a:p>
            <a:r>
              <a:rPr lang="fr-FR" noProof="0" dirty="0"/>
              <a:t>Divises les fichiers en 2 disques pour augmenter le nombre de mémoire donnée au processeur en même temps. Si 1 crash, ce n’est pas récupérable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40D592-BADA-E4C7-2F56-73B8FBFB8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noProof="0" dirty="0"/>
              <a:t>Minimum : 4 disques (nombre pair)</a:t>
            </a:r>
          </a:p>
        </p:txBody>
      </p:sp>
    </p:spTree>
    <p:extLst>
      <p:ext uri="{BB962C8B-B14F-4D97-AF65-F5344CB8AC3E}">
        <p14:creationId xmlns:p14="http://schemas.microsoft.com/office/powerpoint/2010/main" val="122772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15</TotalTime>
  <Words>304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Mesh</vt:lpstr>
      <vt:lpstr>Cartes éclair sur le RAID</vt:lpstr>
      <vt:lpstr>Raid 0</vt:lpstr>
      <vt:lpstr>Raid 1</vt:lpstr>
      <vt:lpstr>Raid 5</vt:lpstr>
      <vt:lpstr>Raid 6</vt:lpstr>
      <vt:lpstr>Raid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Gauvreau Louis</dc:creator>
  <cp:lastModifiedBy>Gauvreau Louis</cp:lastModifiedBy>
  <cp:revision>1</cp:revision>
  <dcterms:created xsi:type="dcterms:W3CDTF">2026-09-13T17:44:40Z</dcterms:created>
  <dcterms:modified xsi:type="dcterms:W3CDTF">2026-09-13T18:00:19Z</dcterms:modified>
</cp:coreProperties>
</file>